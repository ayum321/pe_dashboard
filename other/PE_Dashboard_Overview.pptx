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7FA"/>
                </a:solidFill>
                <a:latin typeface="Segoe UI"/>
              </a:rPr>
              <a:t>PE Audit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D3EE"/>
                </a:solidFill>
                <a:latin typeface="Segoe UI"/>
              </a:rPr>
              <a:t>One tool to check every customer's batch jobs, servers, and contract — in minutes, not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91640"/>
            <a:ext cx="2377440" cy="381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2D3EE"/>
                </a:solidFill>
                <a:latin typeface="Segoe UI"/>
              </a:rPr>
              <a:t>1. What is it?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A8B3C2"/>
                </a:solidFill>
                <a:latin typeface="Segoe UI"/>
              </a:rPr>
              <a:t>A dashboard that checks a customer's batch jobs, servers, and contract terms, and tells us what's wrong — used for all 250–300 customers, no more manual Excel work.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2D3EE"/>
                </a:solidFill>
                <a:latin typeface="Segoe UI"/>
              </a:rPr>
              <a:t>2. How does it work?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A8B3C2"/>
                </a:solidFill>
                <a:latin typeface="Segoe UI"/>
              </a:rPr>
              <a:t>Upload the files → tool does all the math → shows problems found → writes the report. One flow, same steps every time.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2D3EE"/>
                </a:solidFill>
                <a:latin typeface="Segoe UI"/>
              </a:rPr>
              <a:t>3. What does it check?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A8B3C2"/>
                </a:solidFill>
                <a:latin typeface="Segoe UI"/>
              </a:rPr>
              <a:t>6 things: Batch jobs, Servers, SLA times, Contract (SOW), Benchmarks, Issues list — all in one place, not six separate tools.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2D3EE"/>
                </a:solidFill>
                <a:latin typeface="Segoe UI"/>
              </a:rPr>
              <a:t>4. Why can we trust the numbers?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A8B3C2"/>
                </a:solidFill>
                <a:latin typeface="Segoe UI"/>
              </a:rPr>
              <a:t>Every number shows where it came from. Nothing is guessed or made up. If a job is left out, it tells you why.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2D3EE"/>
                </a:solidFill>
                <a:latin typeface="Segoe UI"/>
              </a:rPr>
              <a:t>5. What's next?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A8B3C2"/>
                </a:solidFill>
                <a:latin typeface="Segoe UI"/>
              </a:rPr>
              <a:t>Live walkthrough with a real customer's files, then questions.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3C2"/>
                </a:solidFill>
                <a:latin typeface="Segoe UI"/>
              </a:rPr>
              <a:t>Performance Engineering  ·  Internal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5F7FA"/>
                </a:solidFill>
                <a:latin typeface="Segoe UI"/>
              </a:rPr>
              <a:t>Key Things To Know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51560"/>
            <a:ext cx="2377440" cy="381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5257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What it does</a:t>
            </a:r>
          </a:p>
          <a:p>
            <a:pPr>
              <a:spcAft>
                <a:spcPts val="1200"/>
              </a:spcAft>
            </a:pPr>
            <a:r>
              <a:rPr sz="1100">
                <a:solidFill>
                  <a:srgbClr val="A8B3C2"/>
                </a:solidFill>
                <a:latin typeface="Segoe UI"/>
              </a:rPr>
              <a:t>Checks if a customer's batch jobs finished on time, servers are healthy, and actual usage matches the signed contract (SOW) — one dashboard per customer.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One number, everywhere</a:t>
            </a:r>
          </a:p>
          <a:p>
            <a:pPr>
              <a:spcAft>
                <a:spcPts val="1200"/>
              </a:spcAft>
            </a:pPr>
            <a:r>
              <a:rPr sz="1100">
                <a:solidFill>
                  <a:srgbClr val="A8B3C2"/>
                </a:solidFill>
                <a:latin typeface="Segoe UI"/>
              </a:rPr>
              <a:t>Every screen shows the same numbers, calculated once. No panel does its own separate math, so nothing ever disagrees with itself.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SLA time comes from the right place</a:t>
            </a:r>
          </a:p>
          <a:p>
            <a:pPr>
              <a:spcAft>
                <a:spcPts val="1200"/>
              </a:spcAft>
            </a:pPr>
            <a:r>
              <a:rPr sz="1100">
                <a:solidFill>
                  <a:srgbClr val="A8B3C2"/>
                </a:solidFill>
                <a:latin typeface="Segoe UI"/>
              </a:rPr>
              <a:t>Order: customer's own SLA file first, then the signed contract, then our standard default. Every value says exactly which one it used.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Fully explainable</a:t>
            </a:r>
          </a:p>
          <a:p>
            <a:pPr>
              <a:spcAft>
                <a:spcPts val="1200"/>
              </a:spcAft>
            </a:pPr>
            <a:r>
              <a:rPr sz="1100">
                <a:solidFill>
                  <a:srgbClr val="A8B3C2"/>
                </a:solidFill>
                <a:latin typeface="Segoe UI"/>
              </a:rPr>
              <a:t>Any job left out of the results shows a plain-English reason — auto-detected or typed in by the reviewer. Nothing is hidden or unexplained.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417320"/>
            <a:ext cx="5257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6 uploads, 1 result</a:t>
            </a:r>
          </a:p>
          <a:p>
            <a:pPr>
              <a:spcAft>
                <a:spcPts val="1200"/>
              </a:spcAft>
            </a:pPr>
            <a:r>
              <a:rPr sz="1100">
                <a:solidFill>
                  <a:srgbClr val="A8B3C2"/>
                </a:solidFill>
                <a:latin typeface="Segoe UI"/>
              </a:rPr>
              <a:t>Batch report, Server report, SLA file, Contract (SOW), Benchmark, Issues list — upload all 6, get one combined set of findings, not six separate reports.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~90 built-in checks</a:t>
            </a:r>
          </a:p>
          <a:p>
            <a:pPr>
              <a:spcAft>
                <a:spcPts val="1200"/>
              </a:spcAft>
            </a:pPr>
            <a:r>
              <a:rPr sz="1100">
                <a:solidFill>
                  <a:srgbClr val="A8B3C2"/>
                </a:solidFill>
                <a:latin typeface="Segoe UI"/>
              </a:rPr>
              <a:t>14 groups of rules automatically flag late jobs, unhealthy servers, contract mismatches, repeat problems, and missing evidence — so nothing gets missed by hand.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No guessing, no fake data</a:t>
            </a:r>
          </a:p>
          <a:p>
            <a:pPr>
              <a:spcAft>
                <a:spcPts val="1200"/>
              </a:spcAft>
            </a:pPr>
            <a:r>
              <a:rPr sz="1100">
                <a:solidFill>
                  <a:srgbClr val="A8B3C2"/>
                </a:solidFill>
                <a:latin typeface="Segoe UI"/>
              </a:rPr>
              <a:t>Every number is pulled from the customer's real uploaded files. Nothing is hardcoded or made up, so the same file always gives the same answer.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What you get</a:t>
            </a:r>
          </a:p>
          <a:p>
            <a:pPr>
              <a:spcAft>
                <a:spcPts val="1200"/>
              </a:spcAft>
            </a:pPr>
            <a:r>
              <a:rPr sz="1100">
                <a:solidFill>
                  <a:srgbClr val="A8B3C2"/>
                </a:solidFill>
                <a:latin typeface="Segoe UI"/>
              </a:rPr>
              <a:t>One dashboard, a plain-English summary for leadership, and a report you can export and send — done in minutes instead of a full day of manual Excel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3C2"/>
                </a:solidFill>
                <a:latin typeface="Segoe UI"/>
              </a:rPr>
              <a:t>Performance Engineering  ·  Internal Overview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